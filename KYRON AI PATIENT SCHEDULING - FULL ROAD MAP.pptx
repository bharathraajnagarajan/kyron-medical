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640080"/>
            <a:ext cx="1280160" cy="12801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0" y="68580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</a:rPr>
              <a:t>KYRON MEDICAL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Patient AI Scheduling — Build Roadmap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74720"/>
            <a:ext cx="182880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Phases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3474720"/>
            <a:ext cx="182880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48hrs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Built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182880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Layer A+B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Live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HTTPS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github.com/BharathraajNagarajan/kyron-medical  ·  kyron-patient-portal.com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</a:rPr>
              <a:t>CORE ARCHITECTURE PRINCIPLE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84048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3840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 CODE OWNS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Slot reservation &amp; booking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Booking ID generation (BKG-format)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Idempotency — no double bookings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Session schema (localStorage)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Email &amp; SMS fire async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All state transitions deterministic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Auditable — no LLM involved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685800"/>
            <a:ext cx="384048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685800"/>
            <a:ext cx="3840480" cy="4114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685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GPT-4o OWNS TONE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Natural language understanding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Conversation replies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Slot presentation to patient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Safety refusals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Office hours / refill responses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✗ Never touches booking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✗ Cannot hallucinate a booking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194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⟶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8321040" cy="502920"/>
          </a:xfrm>
          <a:prstGeom prst="rect">
            <a:avLst/>
          </a:prstGeom>
          <a:solidFill>
            <a:srgbClr val="05102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97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</a:rPr>
              <a:t>Result: Hallucination-proof for consequential medical actions — same principle from demo to production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</a:rPr>
              <a:t>SERVICES &amp; DATA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73152" cy="10972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GPT-4o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chat brain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35608"/>
            <a:ext cx="82296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35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685800"/>
            <a:ext cx="7315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777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Vapi.ai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Voice call handoff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435608"/>
            <a:ext cx="82296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435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68580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685800"/>
            <a:ext cx="73152" cy="10972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777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HTML email confirmation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35608"/>
            <a:ext cx="822960" cy="228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435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92024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920240"/>
            <a:ext cx="73152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EC2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Cloud hosting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670048"/>
            <a:ext cx="822960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2670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192024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1920240"/>
            <a:ext cx="73152" cy="10972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Namecheap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375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HTTPS domain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2670048"/>
            <a:ext cx="822960" cy="2286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7560" y="2670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920240"/>
            <a:ext cx="26517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920240"/>
            <a:ext cx="73152" cy="10972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Twilio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SMS opt-in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2670048"/>
            <a:ext cx="822960" cy="2286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2670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246120"/>
            <a:ext cx="8321040" cy="1463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SESSION SCHEMA — LOCKED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363931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patientName · dob · phone · email · chiefComplaint · matchedDoctorId · matchedDoctorName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selectedSlotId · selectedSlotDatetime · slotStatus (free/reserved/booked)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bookingStatus (pending/confirmed) · bookingId (BKG-format) · smsOptIn · chatTranscript[] · voiceSummary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PHASES 0 – 3  ·  Foundation, Accounts, Skeleton, AI Brain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4114800" cy="2057400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94360"/>
            <a:ext cx="411480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94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0 — Scope Lock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5943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Lock session schema &amp; doctor mapping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Choose unique doctor names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Lock voice fallback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Define 4 demo scenarios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Create README skeleton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594360"/>
            <a:ext cx="4114800" cy="2057400"/>
          </a:xfrm>
          <a:prstGeom prst="rect">
            <a:avLst/>
          </a:prstGeom>
          <a:solidFill>
            <a:srgbClr val="0F2040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594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Accounts &amp; Keys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5943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45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OpenAI + Vapi + Resend + Twilio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316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AWS account + EC2 free tier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Namecheap domain (~$10)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GitHub public repo created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4114800" cy="205740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88920"/>
            <a:ext cx="4114800" cy="3474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Project Skeleton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27889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Next.js 16 + TypeScript created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All packages installed (one command)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822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.env file — keys never go to 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First GitHub push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4114800" cy="2057400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788920"/>
            <a:ext cx="411480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Data &amp; AI Brain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27889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45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session.ts schema + localStorage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doctors.ts — 4 unique names, 60-day slots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822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office-info.ts — address, hours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133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GPT-4o system prompt + safety rules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443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voiceSummary generator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754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Error templates + console logging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PHASES 4 – 5  ·  Frontend UI + Backend API Routes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411480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94360"/>
            <a:ext cx="411480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94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 — Frontend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594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1.5 hrs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024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Global styles — Kyron blue/teal + liquid glass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35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Intake form — all 5 fields + 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localStorage persistence on submit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58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Safety disclaimer footer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Chat page — bubbles, timestamps, scroll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Loading states for every async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"Call me instead" — 3 animated states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04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Professional error UI messages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Hidden debug panel (?debug=true)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594360"/>
            <a:ext cx="411480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594360"/>
            <a:ext cx="4114800" cy="3657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594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5 — Backend API Routes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594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1.5 hrs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1024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/api/chat — GPT-4o + 15s timeout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435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/api/book — deterministic, no LLM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847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 Validates → reserves → confirms → email async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258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/api/send-email — Resend HTML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/api/send-sms — Twilio opt-in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081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/api/initiate-call — Vapi + voiceSummary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493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 Fallback if full context fails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904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/api/recall — returning caller pickup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315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Server-side validation on all inputs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51020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7517"/>
                </a:solidFill>
              </a:rPr>
              <a:t>API Rule: Booking succeeds FIRST → email fires async → SMS fires async. Email/SMS failure never blocks booking.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6 — LOCAL TESTING  ·  All 4 Scenarios + Failure Paths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73152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67512"/>
            <a:ext cx="41148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75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667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Scenario A — Full Booking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Knee → Dr. Anand Subramaniam → slot picked → confirmed → email arrives in inbox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73152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27632"/>
            <a:ext cx="411480" cy="3200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276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627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Scenario B — Unsupported Body Part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"My eye hurts" → "We don't treat that — recommend an ophthalmologist"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841248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14600"/>
            <a:ext cx="73152" cy="8686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587752"/>
            <a:ext cx="41148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877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587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Scenario C — Safety Refusal ⚠ Kyron tests this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53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"What medication should I take?" → refused · "Heart attack?" → Call 911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841248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7472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547872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478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547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Scenario D — Voice Handoff (Most Important)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913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Click Call me → phone rings → AI knows name, doctor, booking 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6.5 Failure paths  ·  6.6 Page refresh survival  ·  6.7 Office hours + prescription refill  ·  6.8 Debug panel (?debug=true)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7 — AWS EC2 DEPLOYMENT  ·  Live on Internet with HTTPS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73152" cy="12801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85800"/>
            <a:ext cx="41148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85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685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EC2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Ubuntu 22.04 LTS · t3.micro free tier · key pair · security groups (22, 80, 443)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594360"/>
            <a:ext cx="73152" cy="12801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685800"/>
            <a:ext cx="411480" cy="320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685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685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SSH + Install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Node.js 20 · Nginx · PM2 · 1GB swap added for build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011680"/>
            <a:ext cx="73152" cy="12801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103120"/>
            <a:ext cx="411480" cy="32004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031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Clone &amp; 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 clone → npm install → .env.local → npm run build (all 8 routes compiled)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011680"/>
            <a:ext cx="73152" cy="12801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103120"/>
            <a:ext cx="411480" cy="3200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1031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PM2 Start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pm2 start → pm2 save → app runs 24/7 · auto-restarts on crash or reboot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520440"/>
            <a:ext cx="411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Namecheap DNS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Advanced DNS → A Record @ → 3.17.69.250 · A Record www → 3.17.69.250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4114800" cy="1280160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29000"/>
            <a:ext cx="73152" cy="12801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520440"/>
            <a:ext cx="41148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7.6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Nginx + SSL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931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Reverse proxy port 443 → 3000 · Certbot SSL · expires 2026-06-24 · auto-renew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5102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</a:rPr>
              <a:t>✓ https://kyron-patient-portal.com  ·  AWS EC2 3.17.69.250  ·  SSL valid until 2026-06-24  ·  PM2 online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8 — Differentiators  ·  Only after Layer A confirmed working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94360"/>
            <a:ext cx="73152" cy="9601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85800"/>
            <a:ext cx="411480" cy="2743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85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667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Conversation Memory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685800"/>
            <a:ext cx="1371600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105156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JSON store keyed by phone number on EC2 server. Persists across PM2 restarts. Powers the returning caller feature Kyron hinted at in the brief.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655064"/>
            <a:ext cx="841248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655064"/>
            <a:ext cx="73152" cy="9601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746504"/>
            <a:ext cx="411480" cy="2743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465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1728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/api/recall — Returning Caller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746504"/>
            <a:ext cx="1371600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7465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11226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Patient calls same Vapi number → hits recall route → finds history → AI: "Welcome back Bharathraaj — your appointment is confirmed."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15768"/>
            <a:ext cx="841248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15768"/>
            <a:ext cx="73152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807208"/>
            <a:ext cx="41148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072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Twilio SMS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2807208"/>
            <a:ext cx="137160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17296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Opt-in checkbox on intake form. SMS fires async after booking. Toll-free verification pending (carrier compliance). Code complete and integrated.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76472"/>
            <a:ext cx="841248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76472"/>
            <a:ext cx="73152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867912"/>
            <a:ext cx="41148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679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38496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Prescription Refill Workflow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3867912"/>
            <a:ext cx="137160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867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423367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"I need a refill" → AI asks medication + pharmacy → "Request sent to Dr. [name] — they will follow up within 24 hours."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9 — RECORD &amp; SUBMIT  ·  Before 8PM ET March 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30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9.1  Full Live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8696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4 scenarios on kyron-patient-portal.com — fix before recording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344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271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9.2  Rehearse 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52704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 run without recording — know exact words at each step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7452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745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1911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9.3  Finalize README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16712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Known limitations section added — shows engineering maturity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1460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551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9.4  Record 20-min Video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80720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0-5min behavioral · 5-10min live demo · 10-20min code walkthrough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5468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546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191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9.5  Upload YouTube Unlisted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44728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private — evaluators must be able to view without login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9476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94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831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9.6  LLM Showcase Thread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08736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5-prompt Claude thread showing architecture decisions — shareable link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434840"/>
            <a:ext cx="73152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348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5840" y="4471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9.7  Submit Google Form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72744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Email · one-liner · YouTube · GitHub · live URL · LLM thread · availability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DOCTOR MAPPING &amp; DEMO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39319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Anand Subramaniam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41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Orthopedics  ·  knee · joint · bone · back · spine · hip · shoulder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39319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44168"/>
            <a:ext cx="73152" cy="6583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99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Mei-Lin Cho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Cardiology  ·  heart · chest · palpitations · blood pressure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39319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93976"/>
            <a:ext cx="73152" cy="6583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Camila Reyes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441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Dermatology  ·  skin · rash · acne · eczema · mole · psoriasis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43784"/>
            <a:ext cx="39319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43784"/>
            <a:ext cx="73152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98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James Whitfield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91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Gastroenterology  ·  stomach · digestive · bowel · acid · nausea · IBS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548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</a:rPr>
              <a:t>4 DEMO SCENARIOS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0624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60704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60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9692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Ideal Booking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1261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Knee → Dr. Subramaniam → slot → book →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664208"/>
            <a:ext cx="420624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10512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1719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Unsupported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2011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"My eye hurts" → "We don't treat that"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414016"/>
            <a:ext cx="420624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560320"/>
            <a:ext cx="347472" cy="34747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Safety Refusal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Medication request → refused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163824"/>
            <a:ext cx="420624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310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 Handoff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3511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Call me → phone rings → AI knows full context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572000"/>
            <a:ext cx="3931920" cy="411480"/>
          </a:xfrm>
          <a:prstGeom prst="rect">
            <a:avLst/>
          </a:prstGeom>
          <a:solidFill>
            <a:srgbClr val="051020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4B4A"/>
                </a:solidFill>
              </a:rPr>
              <a:t>Unsupported: Eye · Dental · Psychiatric · Any emergency → Call 911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KNOWN LIMITATIONS  &amp;  V2 PRODUCTION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7517"/>
                </a:solidFill>
              </a:rPr>
              <a:t>KNOWN 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Schedules hardcoded — no live calendar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No persistent production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202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No PHI/HIPAA compliance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231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Voice memory not distributed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No EHR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429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SMS: toll-free verification pending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39319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9319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No patient authentication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594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</a:rPr>
              <a:t>V2 PRODUCTION ROADMAP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0624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14400"/>
            <a:ext cx="73152" cy="7132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692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Wk 1-3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261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Redis sessions + Postgres + PII encryption + HIPAA BAA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719072"/>
            <a:ext cx="420624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719072"/>
            <a:ext cx="73152" cy="7132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773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Wk 3-5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0665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Vapi webhooks + voice writeback + slot soft-locking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523744"/>
            <a:ext cx="420624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523744"/>
            <a:ext cx="73152" cy="7132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578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</a:rPr>
              <a:t>Wk 5-7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8712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Embedding-based matching + urgency classifier + structured intake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328416"/>
            <a:ext cx="420624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328416"/>
            <a:ext cx="73152" cy="7132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7DD"/>
                </a:solidFill>
              </a:rPr>
              <a:t>Wk 7-10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675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 Calendar integration + EHR pre-registration + reminders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133088"/>
            <a:ext cx="420624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4133088"/>
            <a:ext cx="73152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187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Wk 10-14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480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Staff dashboard + patient self-service + transcript review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548640"/>
            <a:ext cx="1280160" cy="12801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0" y="59436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1D9E75"/>
                </a:solidFill>
              </a:rPr>
              <a:t>SUBMITTED 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Tier 1 Deadline — March 26, 2026 at 8PM 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192024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Live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kyron-patient-portal.com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291840"/>
            <a:ext cx="192024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BharathraajNagarajan/kyron-medical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91840"/>
            <a:ext cx="192024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Built 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48 hours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291840"/>
            <a:ext cx="192024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0 → 9 complete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Bharathraaj Nagarajan  ·  bharathraajnagarajan@gmail.com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Kyron Medical — Build Roadmap</dc:title>
  <dc:subject>PptxGenJS Presentation</dc:subject>
  <dc:creator>PptxGenJS</dc:creator>
  <cp:lastModifiedBy>PptxGenJS</cp:lastModifiedBy>
  <cp:revision>1</cp:revision>
  <dcterms:created xsi:type="dcterms:W3CDTF">2026-03-27T05:25:14Z</dcterms:created>
  <dcterms:modified xsi:type="dcterms:W3CDTF">2026-03-27T05:25:14Z</dcterms:modified>
</cp:coreProperties>
</file>